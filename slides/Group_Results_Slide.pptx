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Activity 4 — Group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AI6 Workshop 6W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Copy your group's numbers from your experiment log into the row for your preset.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69848"/>
          <a:ext cx="8595360" cy="16002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1005840"/>
                <a:gridCol w="914400"/>
                <a:gridCol w="914400"/>
                <a:gridCol w="914400"/>
                <a:gridCol w="109728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Preset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LR value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Train loss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(end)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 loss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(end)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F1-macro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Gen. gap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(accuracy)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TOO_LOW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F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JUST_RIGHT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TOO_HIGH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2816352"/>
            <a:ext cx="85953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2871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Discussion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127248"/>
            <a:ext cx="8321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28090"/>
                </a:solidFill>
              </a:rPr>
              <a:t>1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</a:rPr>
              <a:t>Compare the curves — did your predictions match the results?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28090"/>
                </a:solidFill>
              </a:rPr>
              <a:t>2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</a:rPr>
              <a:t>Which preset had the healthiest generalisation gap?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28090"/>
                </a:solidFill>
              </a:rPr>
              <a:t>3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</a:rPr>
              <a:t>If choosing one preset for production — which, and why?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74320" y="44348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Gen. gap = train accuracy − val accuracy  |  Use accuracy or F1-macro (not loss) so signs are consistent across groups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2026-03-11T11:09:03Z</dcterms:created>
  <dcterms:modified xsi:type="dcterms:W3CDTF">2026-03-11T11:09:03Z</dcterms:modified>
</cp:coreProperties>
</file>